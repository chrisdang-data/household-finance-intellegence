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problem: money is scattered across apps and PDFs; generic chatbots guess. This app centralizes truth and uses AI to explain.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 China trip and property tax examples from class.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Correct Plaid: Direct API not MCP. ngrok only because n8n is localhost. Deterministic math first; LLM narrates.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See docs/ARCHITECTURE.md for dependency diagram.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n8n does not auto-deploy; only Vercel on git push to main.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Have Plaid synced and ledger populated before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Offer to show Telegram if n8n is running.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Household Financial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AI-Powered Personal Finance — Final Project</a:t>
            </a:r>
          </a:p>
          <a:p/>
          <a:p>
            <a:pPr>
              <a:defRPr sz="1600"/>
            </a:pPr>
            <a:r>
              <a:t>2026 Inference AI Course</a:t>
            </a:r>
          </a:p>
          <a:p>
            <a:pPr>
              <a:defRPr sz="1600"/>
            </a:pPr>
            <a:r>
              <a:t>[Your name]</a:t>
            </a:r>
          </a:p>
          <a:p>
            <a:pPr>
              <a:defRPr sz="1600"/>
            </a:pPr>
            <a:r>
              <a:t>One ledger · live Plaid · documents · mobile access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Simple questions are hard to answer</a:t>
            </a:r>
          </a:p>
          <a:p/>
          <a:p>
            <a:pPr>
              <a:defRPr sz="1600"/>
            </a:pPr>
            <a:r>
              <a:t>Money is everywhere — spreadsheets, banks, PDF bills</a:t>
            </a:r>
          </a:p>
          <a:p>
            <a:pPr>
              <a:defRPr sz="1600"/>
            </a:pPr>
            <a:r>
              <a:t>Can we afford $20K travel in July? — no single simulation</a:t>
            </a:r>
          </a:p>
          <a:p>
            <a:pPr>
              <a:defRPr sz="1600"/>
            </a:pPr>
            <a:r>
              <a:t>Contracts sit in folders — not in a ledger</a:t>
            </a:r>
          </a:p>
          <a:p>
            <a:pPr>
              <a:defRPr sz="1600"/>
            </a:pPr>
            <a:r>
              <a:t>Need answers on the phone, not only the laptop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Four pillars</a:t>
            </a:r>
          </a:p>
          <a:p/>
          <a:p>
            <a:pPr>
              <a:defRPr sz="1600"/>
            </a:pPr>
            <a:r>
              <a:t>01 PostgreSQL ledger: manual events + PDF obligations → FinancialEvent</a:t>
            </a:r>
          </a:p>
          <a:p>
            <a:pPr>
              <a:defRPr sz="1600"/>
            </a:pPr>
            <a:r>
              <a:t>02 Plaid Direct API: sync cash + forecast; AI explains (engines compute)</a:t>
            </a:r>
          </a:p>
          <a:p>
            <a:pPr>
              <a:defRPr sz="1600"/>
            </a:pPr>
            <a:r>
              <a:t>03 Documents → RAG for AI + Obsidian wiki for humans</a:t>
            </a:r>
          </a:p>
          <a:p>
            <a:pPr>
              <a:defRPr sz="1600"/>
            </a:pPr>
            <a:r>
              <a:t>04 Telegram → n8n → Vercel API (ngrok for local dev only)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Four engines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Strict boundaries</a:t>
            </a:r>
          </a:p>
          <a:p/>
          <a:p>
            <a:pPr>
              <a:defRPr sz="1600"/>
            </a:pPr>
            <a:r>
              <a:t>Document Intelligence — upload, OCR, RAG</a:t>
            </a:r>
          </a:p>
          <a:p>
            <a:pPr>
              <a:defRPr sz="1600"/>
            </a:pPr>
            <a:r>
              <a:t>Financial State — canonical ledger (Postgres)</a:t>
            </a:r>
          </a:p>
          <a:p>
            <a:pPr>
              <a:defRPr sz="1600"/>
            </a:pPr>
            <a:r>
              <a:t>Forecast Simulation — deterministic projection.ts</a:t>
            </a:r>
          </a:p>
          <a:p>
            <a:pPr>
              <a:defRPr sz="1600"/>
            </a:pPr>
            <a:r>
              <a:t>AI Explanation — read-only snapshots; never owns math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Infrastructure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Hybrid cloud + local automation</a:t>
            </a:r>
          </a:p>
          <a:p/>
          <a:p>
            <a:pPr>
              <a:defRPr sz="1600"/>
            </a:pPr>
            <a:r>
              <a:t>Vercel — Next.js app (household-financial-web.vercel.app)</a:t>
            </a:r>
          </a:p>
          <a:p>
            <a:pPr>
              <a:defRPr sz="1600"/>
            </a:pPr>
            <a:r>
              <a:t>Neon PostgreSQL + pgvector · Vercel Blob for files</a:t>
            </a:r>
          </a:p>
          <a:p>
            <a:pPr>
              <a:defRPr sz="1600"/>
            </a:pPr>
            <a:r>
              <a:t>Plaid Direct API (sandbox) · LangGraph optional on Railway</a:t>
            </a:r>
          </a:p>
          <a:p>
            <a:pPr>
              <a:defRPr sz="1600"/>
            </a:pPr>
            <a:r>
              <a:t>Local: Docker (n8n + Postgres) · Telegram via ngrok → n8n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Hard questions</a:t>
            </a:r>
          </a:p>
          <a:p/>
          <a:p>
            <a:pPr>
              <a:defRPr sz="1600"/>
            </a:pPr>
            <a:r>
              <a:t>$20K China in July → what-if forecast + closing balance</a:t>
            </a:r>
          </a:p>
          <a:p>
            <a:pPr>
              <a:defRPr sz="1600"/>
            </a:pPr>
            <a:r>
              <a:t>Property tax in June → ledger lookup + disposable on /balances</a:t>
            </a:r>
          </a:p>
          <a:p>
            <a:pPr>
              <a:defRPr sz="1600"/>
            </a:pPr>
            <a:r>
              <a:t>Insurance bill terms → RAG on uploaded PDF</a:t>
            </a:r>
          </a:p>
          <a:p>
            <a:pPr>
              <a:defRPr sz="1600"/>
            </a:pPr>
            <a:r>
              <a:t>Path: /ledger → /balances → /simulation (Ask AI)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Questions?</a:t>
            </a:r>
          </a:p>
          <a:p/>
          <a:p>
            <a:pPr>
              <a:defRPr sz="1600"/>
            </a:pPr>
            <a:r>
              <a:t>Household Financial Intelligence</a:t>
            </a:r>
          </a:p>
          <a:p>
            <a:pPr>
              <a:defRPr sz="1600"/>
            </a:pPr>
            <a:r>
              <a:t>Presentation/PRESENTATION_QA.md — 30 rehearsed answers</a:t>
            </a:r>
          </a:p>
          <a:p>
            <a:pPr>
              <a:defRPr sz="1600"/>
            </a:pPr>
            <a:r>
              <a:t>Live: household-financial-web.vercel.app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